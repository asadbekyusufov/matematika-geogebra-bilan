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74" r:id="rId5"/>
    <p:sldId id="261" r:id="rId6"/>
    <p:sldId id="262" r:id="rId7"/>
    <p:sldId id="263" r:id="rId8"/>
    <p:sldId id="264" r:id="rId9"/>
    <p:sldId id="265" r:id="rId10"/>
    <p:sldId id="273" r:id="rId11"/>
    <p:sldId id="266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996952"/>
            <a:ext cx="8208912" cy="2376264"/>
          </a:xfrm>
        </p:spPr>
        <p:txBody>
          <a:bodyPr>
            <a:noAutofit/>
          </a:bodyPr>
          <a:lstStyle/>
          <a:p>
            <a:pPr algn="l"/>
            <a:endParaRPr lang="en-US" sz="4400" b="1" dirty="0" smtClean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  <a:p>
            <a:pPr algn="l"/>
            <a:r>
              <a:rPr lang="en-US" sz="44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sz="44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sz="44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Uchburchakning</a:t>
            </a:r>
            <a:r>
              <a:rPr lang="en-US" sz="44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yuzini</a:t>
            </a:r>
            <a:r>
              <a:rPr lang="en-US" sz="44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topish</a:t>
            </a:r>
            <a:endParaRPr lang="en-US" sz="4400" b="1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016223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Fan: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Matematika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Sing: 5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2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Quyida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uchburchakka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mos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to‘rtburchakni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aniqlash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rial Black" pitchFamily="34" charset="0"/>
              </a:rPr>
              <a:t>keltirilgan</a:t>
            </a:r>
            <a:r>
              <a:rPr lang="en-US" sz="3200" dirty="0">
                <a:solidFill>
                  <a:schemeClr val="bg1"/>
                </a:solidFill>
                <a:latin typeface="Arial Black" pitchFamily="34" charset="0"/>
              </a:rPr>
              <a:t>.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219256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8202844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46895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ABCD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to‘rtburchakning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bo‘yi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4 cm,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eni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6 cm. 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ACD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bilan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ABCD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to‘rtburchakning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yuzlari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orasida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qanday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bog‘liqlikni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sezdingiz</a:t>
                </a:r>
                <a:r>
                  <a:rPr lang="en-US" sz="24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?</a:t>
                </a:r>
              </a:p>
              <a:p>
                <a:r>
                  <a:rPr lang="en-US" sz="24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ABCD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to‘rtburchakning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6 × 4 = 24 (cm</a:t>
                </a:r>
                <a:r>
                  <a:rPr lang="en-US" sz="2400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 </a:t>
                </a:r>
              </a:p>
              <a:p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ACD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ABCD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× 24 = 12 (cm</a:t>
                </a:r>
                <a:r>
                  <a:rPr lang="en-US" sz="2400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</a:t>
                </a: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2"/>
                <a:stretch>
                  <a:fillRect l="-1201" t="-1067" b="-12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4065438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756302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243064"/>
          </a:xfrm>
        </p:spPr>
        <p:txBody>
          <a:bodyPr/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Заголовок 2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152400"/>
                <a:ext cx="8229600" cy="2196480"/>
              </a:xfrm>
            </p:spPr>
            <p:txBody>
              <a:bodyPr>
                <a:noAutofit/>
              </a:bodyPr>
              <a:lstStyle/>
              <a:p>
                <a:r>
                  <a:rPr lang="en-US" sz="3200" i="1" dirty="0" smtClean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ABCD to‘g‘ri to‘rtburchak – ACD uchburchakka mos to‘g‘ri to‘rtburchak. </a:t>
                </a:r>
                <a:r>
                  <a:rPr lang="ru-RU" sz="3200" i="1" dirty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ru-RU" sz="3200" i="1" dirty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800" i="1" dirty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AEFD to‘g‘ri to‘rtburchak yuzi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 dirty="0">
                            <a:solidFill>
                              <a:srgbClr val="7030A0"/>
                            </a:solidFill>
                            <a:effectLst/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 dirty="0">
                            <a:solidFill>
                              <a:srgbClr val="7030A0"/>
                            </a:solidFill>
                            <a:effectLst/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solidFill>
                              <a:srgbClr val="7030A0"/>
                            </a:solidFill>
                            <a:effectLst/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i="1" dirty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 × ABCD to‘g‘ri to‘rtburchak yuzi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800" i="1" dirty="0">
                            <a:solidFill>
                              <a:srgbClr val="7030A0"/>
                            </a:solidFill>
                            <a:effectLst/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 dirty="0">
                            <a:solidFill>
                              <a:srgbClr val="7030A0"/>
                            </a:solidFill>
                            <a:effectLst/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solidFill>
                              <a:srgbClr val="7030A0"/>
                            </a:solidFill>
                            <a:effectLst/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i="1" dirty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 × 6 × 4 = 12 (cm</a:t>
                </a:r>
                <a:r>
                  <a:rPr lang="en-US" sz="2800" i="1" baseline="30000" dirty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800" i="1" dirty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smtClean="0">
                    <a:solidFill>
                      <a:srgbClr val="7030A0"/>
                    </a:solidFill>
                    <a:effectLst/>
                    <a:latin typeface="Times New Roman" pitchFamily="18" charset="0"/>
                    <a:cs typeface="Times New Roman" pitchFamily="18" charset="0"/>
                  </a:rPr>
                  <a:t>)</a:t>
                </a:r>
                <a:endParaRPr lang="ru-RU" sz="2800" i="1" dirty="0">
                  <a:solidFill>
                    <a:srgbClr val="7030A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Заголовок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152400"/>
                <a:ext cx="8229600" cy="2196480"/>
              </a:xfrm>
              <a:blipFill rotWithShape="1">
                <a:blip r:embed="rId2"/>
                <a:stretch>
                  <a:fillRect l="-1852" t="-8333" b="-36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80928"/>
            <a:ext cx="8300024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153525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404664"/>
                <a:ext cx="8219256" cy="5691336"/>
              </a:xfrm>
            </p:spPr>
            <p:txBody>
              <a:bodyPr/>
              <a:lstStyle/>
              <a:p>
                <a:r>
                  <a:rPr lang="en-US" sz="2800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PQRS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kvadrat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– STR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uchburchakka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mos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kvadrat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STR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PQRS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kvadrat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800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4 × 4 = 8 (cm</a:t>
                </a:r>
                <a:r>
                  <a:rPr lang="en-US" sz="2800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800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404664"/>
                <a:ext cx="8219256" cy="5691336"/>
              </a:xfrm>
              <a:blipFill rotWithShape="1">
                <a:blip r:embed="rId2"/>
                <a:stretch>
                  <a:fillRect l="-816" t="-10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99" y="2492896"/>
            <a:ext cx="7746253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8505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332656"/>
                <a:ext cx="8147248" cy="5763344"/>
              </a:xfrm>
            </p:spPr>
            <p:txBody>
              <a:bodyPr/>
              <a:lstStyle/>
              <a:p>
                <a:r>
                  <a:rPr lang="en-US" i="1" dirty="0" smtClean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JFGK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– EGK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uchburchakka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mos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EGK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uchburchak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JFGK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to‘g‘ri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to‘rtburchak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i="1" dirty="0" err="1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yuzi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2 × 4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× 8 = 4 (cm</a:t>
                </a:r>
                <a:r>
                  <a:rPr lang="en-US" i="1" baseline="30000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solidFill>
                      <a:srgbClr val="7030A0"/>
                    </a:solidFill>
                    <a:latin typeface="Times New Roman" pitchFamily="18" charset="0"/>
                    <a:cs typeface="Times New Roman" pitchFamily="18" charset="0"/>
                  </a:rPr>
                  <a:t> 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332656"/>
                <a:ext cx="8147248" cy="5763344"/>
              </a:xfrm>
              <a:blipFill rotWithShape="1">
                <a:blip r:embed="rId2"/>
                <a:stretch>
                  <a:fillRect l="-674" t="-9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564904"/>
            <a:ext cx="7779178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95196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124472"/>
          </a:xfrm>
        </p:spPr>
        <p:txBody>
          <a:bodyPr>
            <a:noAutofit/>
          </a:bodyPr>
          <a:lstStyle/>
          <a:p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unga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yuzining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yarmiga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sz="4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80928"/>
            <a:ext cx="8300024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88126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Juftlikda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muhokama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Black" pitchFamily="34" charset="0"/>
              </a:rPr>
              <a:t>qiling</a:t>
            </a:r>
            <a:r>
              <a:rPr lang="en-US" dirty="0">
                <a:solidFill>
                  <a:schemeClr val="bg1"/>
                </a:solidFill>
                <a:latin typeface="Arial Black" pitchFamily="34" charset="0"/>
              </a:rPr>
              <a:t>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435280" cy="4572000"/>
          </a:xfrm>
        </p:spPr>
        <p:txBody>
          <a:bodyPr>
            <a:normAutofit/>
          </a:bodyPr>
          <a:lstStyle/>
          <a:p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Uchburchaklarga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to‘rtburchaklarni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chizib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ko‘rsating</a:t>
            </a: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36912"/>
            <a:ext cx="8422724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123567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Yuqorida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berilgan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uchburchaklarning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asosi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toping.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Uchburchaklarga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to‘rtburchaklarning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bo‘yi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eni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Javoblaringizni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24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8147248" cy="4572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43050"/>
            <a:ext cx="8122002" cy="4550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60359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38" y="583050"/>
            <a:ext cx="8897196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612296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Arial Black" pitchFamily="34" charset="0"/>
              </a:rPr>
              <a:t>AKT </a:t>
            </a:r>
            <a:r>
              <a:rPr lang="en-US" sz="5400" b="1" dirty="0" err="1">
                <a:solidFill>
                  <a:schemeClr val="bg1"/>
                </a:solidFill>
                <a:latin typeface="Arial Black" pitchFamily="34" charset="0"/>
              </a:rPr>
              <a:t>mashqi</a:t>
            </a:r>
            <a:endParaRPr lang="en-US" sz="5400" b="1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Uchburchakning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unga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to‘g‘ri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yuzining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yarmiga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teng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ko‘rsatish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Uchburchak-to‘g‘ri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to‘rtburchak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dasturidan</a:t>
            </a:r>
            <a:r>
              <a:rPr lang="en-US" sz="28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endParaRPr lang="en-US" sz="28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556792"/>
            <a:ext cx="3996136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318372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Mashq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daftari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119-120-betlar</a:t>
            </a:r>
            <a:endParaRPr lang="en-US" sz="8000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Uyga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vazifa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: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3554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243</Words>
  <Application>Microsoft Office PowerPoint</Application>
  <PresentationFormat>Экран (4:3)</PresentationFormat>
  <Paragraphs>21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Fan: Matematika Sing: 5</vt:lpstr>
      <vt:lpstr>Quyida uchburchakka mos to‘g‘ri to‘rtburchakni aniqlash keltirilgan. </vt:lpstr>
      <vt:lpstr>ABCD to‘g‘ri to‘rtburchakning bo‘yi 4 cm, eni 6 cm. </vt:lpstr>
      <vt:lpstr>ABCD to‘g‘ri to‘rtburchak – ACD uchburchakka mos to‘g‘ri to‘rtburchak.  AEFD to‘g‘ri to‘rtburchak yuzi = 1/2 × ABCD to‘g‘ri to‘rtburchak yuzi = 1/2 × 6 × 4 = 12 (cm2 )</vt:lpstr>
      <vt:lpstr>Презентация PowerPoint</vt:lpstr>
      <vt:lpstr>Презентация PowerPoint</vt:lpstr>
      <vt:lpstr>Uchburchakning yuzi unga mos to‘g‘ri to‘rtburchak yuzining yarmiga teng.</vt:lpstr>
      <vt:lpstr>Juftlikda muhokama qiling.</vt:lpstr>
      <vt:lpstr>Yuqorida berilgan uchburchaklarning asosi, balandligi va yuzini toping. Uchburchaklarga mos to‘g‘ri to‘rtburchaklarning bo‘yi, eni va yuzi qanday? Javoblaringizni jadvalga yozing.</vt:lpstr>
      <vt:lpstr>Презентация PowerPoint</vt:lpstr>
      <vt:lpstr>AKT mashqi</vt:lpstr>
      <vt:lpstr>Uyga vazifa: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 Windows</cp:lastModifiedBy>
  <cp:revision>17</cp:revision>
  <dcterms:created xsi:type="dcterms:W3CDTF">2026-02-07T05:27:24Z</dcterms:created>
  <dcterms:modified xsi:type="dcterms:W3CDTF">2026-03-01T09:34:58Z</dcterms:modified>
</cp:coreProperties>
</file>