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3" r:id="rId10"/>
    <p:sldId id="265" r:id="rId11"/>
    <p:sldId id="274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>
    <p:push dir="u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1560" y="2708920"/>
            <a:ext cx="8208912" cy="2929880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sz="5400" b="1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sz="54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Uchburchakning</a:t>
            </a:r>
            <a:r>
              <a:rPr lang="en-US" sz="5400" b="1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54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asosi</a:t>
            </a:r>
            <a:r>
              <a:rPr lang="en-US" sz="5400" b="1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54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sz="5400" b="1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54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balandligi</a:t>
            </a:r>
            <a:endParaRPr lang="en-US" sz="5400" b="1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2016223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Fan: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Matematika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/>
            </a:r>
            <a:b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</a:b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Sing: 5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4123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>
                <a:solidFill>
                  <a:schemeClr val="bg1"/>
                </a:solidFill>
                <a:latin typeface="Arial Black" pitchFamily="34" charset="0"/>
              </a:rPr>
              <a:t>ABC uchburchakning 3 ta tomoni va 3 ta burchagi </a:t>
            </a:r>
            <a:r>
              <a:rPr lang="sv-SE" dirty="0" smtClean="0">
                <a:solidFill>
                  <a:schemeClr val="bg1"/>
                </a:solidFill>
                <a:latin typeface="Arial Black" pitchFamily="34" charset="0"/>
              </a:rPr>
              <a:t>bor</a:t>
            </a:r>
            <a:endParaRPr lang="en-US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a) ABC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uchburchakda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BC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AC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hisoblanadi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AC ⊥ BC</a:t>
            </a:r>
          </a:p>
          <a:p>
            <a:endParaRPr lang="en-US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asosiga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perpendikulyar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bo‘ladi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tomonlari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AB, AC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BC – ABC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tomonlari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852936"/>
            <a:ext cx="4018511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468959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>
                <a:solidFill>
                  <a:schemeClr val="bg1"/>
                </a:solidFill>
                <a:latin typeface="Arial Black" pitchFamily="34" charset="0"/>
              </a:rPr>
              <a:t>ABC uchburchakning 3 ta tomoni va 3 ta burchagi </a:t>
            </a:r>
            <a:r>
              <a:rPr lang="sv-SE" dirty="0" smtClean="0">
                <a:solidFill>
                  <a:schemeClr val="bg1"/>
                </a:solidFill>
                <a:latin typeface="Arial Black" pitchFamily="34" charset="0"/>
              </a:rPr>
              <a:t>bor</a:t>
            </a:r>
            <a:endParaRPr lang="en-US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b) DEF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uchburchakda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EF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DG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hisoblanadi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ctr">
              <a:buNone/>
            </a:pP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DG ⊥ EF </a:t>
            </a:r>
          </a:p>
          <a:p>
            <a:endParaRPr lang="en-US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asosiga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perpendikulyar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bo‘ladi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556792"/>
            <a:ext cx="4074020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756302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>
                <a:solidFill>
                  <a:schemeClr val="bg1"/>
                </a:solidFill>
                <a:latin typeface="Arial Black" pitchFamily="34" charset="0"/>
              </a:rPr>
              <a:t>ABC uchburchakning 3 ta tomoni va 3 ta burchagi bor</a:t>
            </a:r>
            <a:endParaRPr lang="en-US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c) WXY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uchburchakda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XY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WZ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hisoblanadi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ctr">
              <a:buNone/>
            </a:pP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WZ ⊥ XY</a:t>
            </a:r>
          </a:p>
          <a:p>
            <a:endParaRPr lang="en-US" sz="28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asosiga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perpendikulyar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bo‘ladi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556792"/>
            <a:ext cx="3972484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407397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EFG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uchburchakda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berilgan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asosga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tushirilgan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balandlikni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toping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7544" y="4797152"/>
            <a:ext cx="8240592" cy="1656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EG —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FH 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chunki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FH ⊥ EG. </a:t>
            </a:r>
            <a:endParaRPr lang="en-US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qarshisidagi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4044449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85057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EFG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uchburchakda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berilgan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asosga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tushirilgan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balandlikni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toping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7544" y="4581128"/>
            <a:ext cx="8240592" cy="15148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EF —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GJ 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chunki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GJ 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⊥ EF. </a:t>
            </a:r>
            <a:endParaRPr lang="en-US" sz="28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qarshisidagi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uchi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4024510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95196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EFG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uchburchakda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berilgan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asosga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tushirilgan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balandlikni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toping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FG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bo‘lsa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balandligini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topa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olasizmi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0" indent="0" algn="ctr">
              <a:buNone/>
            </a:pP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Javob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 EK</a:t>
            </a:r>
          </a:p>
          <a:p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uchta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tomonidan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istalgan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biri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bo‘lishi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O‘tkir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burchakli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qarshisidagi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uchidan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tushirilgan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perpendikulyar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kesma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uzunligiga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teng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556792"/>
            <a:ext cx="4041209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88126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Berilgan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ABC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uchburchakda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AC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asos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bo‘lsa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, BD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kesma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balandlik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bo‘ladimi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?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929336"/>
          </a:xfrm>
        </p:spPr>
        <p:txBody>
          <a:bodyPr>
            <a:normAutofit fontScale="77500" lnSpcReduction="20000"/>
          </a:bodyPr>
          <a:lstStyle/>
          <a:p>
            <a:endParaRPr lang="en-US" sz="2800" dirty="0" smtClean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endParaRPr lang="en-US" sz="2800" dirty="0" smtClean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endParaRPr lang="en-US" sz="2800" dirty="0" smtClean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endParaRPr lang="en-US" sz="2800" dirty="0" smtClean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endParaRPr lang="en-US" sz="2800" dirty="0" smtClean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endParaRPr lang="en-US" sz="2800" dirty="0" smtClean="0">
              <a:solidFill>
                <a:srgbClr val="E5DCE6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endParaRPr lang="en-US" sz="2800" dirty="0" smtClean="0">
              <a:solidFill>
                <a:srgbClr val="7030A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endParaRPr lang="en-US" sz="2800" dirty="0" smtClean="0">
              <a:solidFill>
                <a:srgbClr val="7030A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endParaRPr lang="en-US" sz="2800" dirty="0" smtClean="0">
              <a:solidFill>
                <a:srgbClr val="7030A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Balandlik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asosga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yoki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uning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davomiga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perpendikulyar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bo'lishi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kerak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Diagrammalarni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ko'rib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chiqing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BD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ning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AC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ga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nisbatan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holatini</a:t>
            </a:r>
            <a:r>
              <a:rPr lang="en-US" sz="2800" i="1" dirty="0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00206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aniqlang</a:t>
            </a:r>
            <a:endParaRPr lang="en-US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4000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Javob</a:t>
            </a:r>
            <a:r>
              <a:rPr lang="en-US" sz="4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 Ha. </a:t>
            </a:r>
            <a:endParaRPr lang="en-US" sz="4000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4084248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930" y="3284984"/>
            <a:ext cx="4009818" cy="2807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123567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O'tkir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burchakli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uchburchakning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balandligi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uning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asosi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qarshisidagi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uchidan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tushirilgan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perpendikulyar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kesma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uzunligiga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teng</a:t>
            </a:r>
            <a:r>
              <a:rPr lang="en-US" sz="4800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.</a:t>
            </a:r>
            <a:endParaRPr lang="ru-RU" sz="44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84784"/>
            <a:ext cx="7920880" cy="1929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3861048"/>
            <a:ext cx="7920880" cy="1925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berilgan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burchakli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chizg‘ichdan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foydalanib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uchburchaklarning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balandligini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aniqlang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2943858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.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401058" y="1524000"/>
            <a:ext cx="5307078" cy="457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46" y="3356992"/>
            <a:ext cx="2933515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5" y="1557885"/>
            <a:ext cx="2808312" cy="2746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5" y="3429000"/>
            <a:ext cx="2730903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19872" y="4293096"/>
            <a:ext cx="2736304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360359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Juftlikda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ishlash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:</a:t>
            </a:r>
            <a:endParaRPr lang="ru-RU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Navbat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katakli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qog‘ozga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turli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o‘lchamdagi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uchburchaklarni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chizing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Sherigingizdan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berilgan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asosga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ko‘ra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uchburchaklarning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balandligini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aniqlashni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so‘rang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Zarur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holatlarda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burchakli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chizg‘ichdan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foydalaning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Uchburchak</a:t>
            </a:r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Chizish</a:t>
            </a:r>
            <a:r>
              <a:rPr lang="en-US" sz="20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atakli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qog'ozga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turli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uchburchaklar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chizing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.</a:t>
            </a:r>
            <a:endParaRPr lang="en-US" sz="2400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Asosni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belgilash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Har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bir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uchburchak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uchun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asosni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tanlang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.</a:t>
            </a:r>
          </a:p>
          <a:p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Balandlikni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Sherigingizdan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balandlikni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aniqlashni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so'rang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.</a:t>
            </a:r>
            <a:endParaRPr lang="en-US" sz="2400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Tekshirish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To'g'ri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burchakli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chizg'ich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bilan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tekshiring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.</a:t>
            </a:r>
            <a:endParaRPr lang="en-US" sz="2400" i="1" dirty="0" smtClean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solidFill>
                <a:srgbClr val="7030A0"/>
              </a:solidFill>
            </a:endParaRPr>
          </a:p>
          <a:p>
            <a:endParaRPr lang="en-US" sz="2800" dirty="0" smtClean="0"/>
          </a:p>
          <a:p>
            <a:endParaRPr lang="ru-RU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Mashq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daftari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117-bet</a:t>
            </a:r>
            <a:endParaRPr lang="en-US" sz="8000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Uyga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vazifa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: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035546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353</Words>
  <Application>Microsoft Office PowerPoint</Application>
  <PresentationFormat>Экран (4:3)</PresentationFormat>
  <Paragraphs>55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Бумажная</vt:lpstr>
      <vt:lpstr>Fan: Matematika Sing: 5</vt:lpstr>
      <vt:lpstr>ABC uchburchakning 3 ta tomoni va 3 ta burchagi bor</vt:lpstr>
      <vt:lpstr>ABC uchburchakning 3 ta tomoni va 3 ta burchagi bor</vt:lpstr>
      <vt:lpstr>ABC uchburchakning 3 ta tomoni va 3 ta burchagi bor</vt:lpstr>
      <vt:lpstr>EFG uchburchakda berilgan asosga tushirilgan balandlikni toping</vt:lpstr>
      <vt:lpstr>EFG uchburchakda berilgan asosga tushirilgan balandlikni toping</vt:lpstr>
      <vt:lpstr>EFG uchburchakda berilgan asosga tushirilgan balandlikni toping</vt:lpstr>
      <vt:lpstr>Berilgan ABC uchburchakda AC asos bo‘lsa, BD kesma balandlik bo‘ladimi? </vt:lpstr>
      <vt:lpstr>O'tkir burchakli uchburchakning balandligi uning asosi qarshisidagi uchidan tushirilgan perpendikulyar kesma uzunligiga teng.</vt:lpstr>
      <vt:lpstr>Uchburchakning asosi berilgan. To‘g‘ri burchakli chizg‘ichdan foydalanib uchburchaklarning balandligini aniqlang.</vt:lpstr>
      <vt:lpstr>Juftlikda ishlash:</vt:lpstr>
      <vt:lpstr>Uyga vazifa: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 Windows</cp:lastModifiedBy>
  <cp:revision>19</cp:revision>
  <dcterms:created xsi:type="dcterms:W3CDTF">2026-02-07T05:27:24Z</dcterms:created>
  <dcterms:modified xsi:type="dcterms:W3CDTF">2026-03-01T09:34:24Z</dcterms:modified>
</cp:coreProperties>
</file>