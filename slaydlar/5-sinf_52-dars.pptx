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934E63C-70B5-4E97-8F14-B47F7E9378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2564904"/>
            <a:ext cx="8208912" cy="3960440"/>
          </a:xfrm>
        </p:spPr>
        <p:txBody>
          <a:bodyPr>
            <a:noAutofit/>
          </a:bodyPr>
          <a:lstStyle/>
          <a:p>
            <a:pPr algn="l"/>
            <a:r>
              <a:rPr lang="en-US" sz="40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To‘g‘ri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to‘rtburchak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uchburchaklardan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tuzilgan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murakkab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shakllarning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yuzi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Oʻylab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koʻring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Muammoli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topshiriq</a:t>
            </a:r>
            <a:r>
              <a:rPr lang="en-US" sz="40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1728191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Fan: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Matematika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</a:b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Sing: 5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12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shakllardagi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qismning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toping.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ABCD –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EFGH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bo‘yalmagan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o‘zaro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564904"/>
            <a:ext cx="3881935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2852935"/>
            <a:ext cx="3744416" cy="3344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2407397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shakllardagi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qismning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toping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PQRS –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EFGH –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492896"/>
            <a:ext cx="3240360" cy="3947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348880"/>
            <a:ext cx="3312368" cy="402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285057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shakllardagi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qismning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toping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04664"/>
            <a:ext cx="3837888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3645024"/>
            <a:ext cx="6552728" cy="29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795196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Shakllarning bo‘yalgan qismi yuzini qanday topish mumkinligini tushuntiring. </a:t>
            </a:r>
            <a:endParaRPr lang="en-US" sz="32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WXYZ –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390643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2852935"/>
            <a:ext cx="3888432" cy="3526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88126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Shakllarning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qismi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qanday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topish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mumkinligini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tushuntiring</a:t>
            </a:r>
            <a:r>
              <a:rPr lang="en-US" sz="3200" dirty="0" smtClean="0">
                <a:solidFill>
                  <a:schemeClr val="bg1"/>
                </a:solidFill>
                <a:latin typeface="Arial Black" pitchFamily="34" charset="0"/>
              </a:rPr>
              <a:t>. 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Bo‘yalgan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1 cm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nuqtali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panjarada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chizilgan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8" name="Содержимое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Bo‘yalgan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tomoni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2 cm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boʻlgan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panjarada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chizilgan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996952"/>
            <a:ext cx="3816424" cy="313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2996952"/>
            <a:ext cx="4140460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3123567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Arial Black" pitchFamily="34" charset="0"/>
              </a:rPr>
              <a:t>ABHJ, BCDK va KEFG – kvadratlar. </a:t>
            </a:r>
            <a:r>
              <a:rPr lang="ru-RU" sz="2400" dirty="0" smtClean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ru-RU" sz="2400" dirty="0" smtClean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400" dirty="0" smtClean="0">
                <a:solidFill>
                  <a:schemeClr val="bg1"/>
                </a:solidFill>
                <a:latin typeface="Arial Black" pitchFamily="34" charset="0"/>
              </a:rPr>
              <a:t>Bo‘yalgan ACF uchburchakning yuzini 2 xil usul bilan toping va </a:t>
            </a:r>
            <a:r>
              <a:rPr lang="en-US" sz="2400" dirty="0" err="1" smtClean="0">
                <a:solidFill>
                  <a:schemeClr val="bg1"/>
                </a:solidFill>
                <a:latin typeface="Arial Black" pitchFamily="34" charset="0"/>
              </a:rPr>
              <a:t>tushuntiring</a:t>
            </a:r>
            <a:r>
              <a:rPr lang="en-US" sz="2400" dirty="0" smtClean="0">
                <a:solidFill>
                  <a:schemeClr val="bg1"/>
                </a:solidFill>
                <a:latin typeface="Arial Black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988840"/>
            <a:ext cx="7056784" cy="4166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360359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Bilasizmi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?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075240" cy="4572000"/>
          </a:xfrm>
        </p:spPr>
        <p:txBody>
          <a:bodyPr>
            <a:normAutofit/>
          </a:bodyPr>
          <a:lstStyle/>
          <a:p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Men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unga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yuzining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yarmiga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ekanini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bilaman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Men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topishni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bilaman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Men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uchburchaklardan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tashkil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topgan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shaklning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topishni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bilaman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8372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3466728" cy="1219200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O‘ylab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ko‘ring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60648"/>
            <a:ext cx="4059936" cy="2232248"/>
          </a:xfrm>
        </p:spPr>
        <p:txBody>
          <a:bodyPr>
            <a:normAutofit/>
          </a:bodyPr>
          <a:lstStyle/>
          <a:p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kvadratlar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berilgan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C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rasmda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ko‘rsatilganidek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kichkina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kvadratning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yarmi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yopildi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shaklning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toping.</a:t>
            </a:r>
            <a:endParaRPr lang="en-US" sz="20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636912"/>
            <a:ext cx="6552728" cy="3819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4286973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kvadratlar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berilgan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C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rasmda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ko‘rsatilganidek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kichkina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kvadratning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yarmi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yopildi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toping.</a:t>
            </a:r>
            <a:endParaRPr lang="en-US" sz="24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00808"/>
            <a:ext cx="4752528" cy="4546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3887367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404664"/>
            <a:ext cx="4059936" cy="5691336"/>
          </a:xfrm>
        </p:spPr>
        <p:txBody>
          <a:bodyPr>
            <a:normAutofit lnSpcReduction="10000"/>
          </a:bodyPr>
          <a:lstStyle/>
          <a:p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kvadratlar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berilgan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C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rasmda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ko‘rsatilganidek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kichkina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kvadratning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yarmi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yopildi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shaklning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toping.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476672"/>
            <a:ext cx="4059936" cy="5832648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shaklda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ko‘rsatilgan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kvadratni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uchburchakka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bo‘la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olasizmi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nechaga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en-US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260648"/>
            <a:ext cx="3623497" cy="346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3816098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Mashq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daftari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129-134-betlar</a:t>
            </a:r>
            <a:endParaRPr lang="en-US" sz="8000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Uyga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vazifa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: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3554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260</Words>
  <Application>Microsoft Office PowerPoint</Application>
  <PresentationFormat>Экран (4:3)</PresentationFormat>
  <Paragraphs>34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Бумажная</vt:lpstr>
      <vt:lpstr>Fan: Matematika Sing: 5</vt:lpstr>
      <vt:lpstr>Berilgan shakllardagi bo‘yalgan qismning yuzini toping. </vt:lpstr>
      <vt:lpstr>Berilgan shakllardagi bo‘yalgan qismning yuzini toping</vt:lpstr>
      <vt:lpstr>Презентация PowerPoint</vt:lpstr>
      <vt:lpstr>Shakllarning bo‘yalgan qismi yuzini qanday topish mumkinligini tushuntiring. </vt:lpstr>
      <vt:lpstr>Shakllarning bo‘yalgan qismi yuzini qanday topish mumkinligini tushuntiring. </vt:lpstr>
      <vt:lpstr>ABHJ, BCDK va KEFG – kvadratlar.  Bo‘yalgan ACF uchburchakning yuzini 2 xil usul bilan toping va tushuntiring.</vt:lpstr>
      <vt:lpstr>Bilasizmi?</vt:lpstr>
      <vt:lpstr>O‘ylab ko‘ring</vt:lpstr>
      <vt:lpstr>A va B kvadratlar berilgan. C shaklni hosil qilish uchun rasmda ko‘rsatilganidek kichkina kvadratning yarmi katta kvadrat bilan yopildi. Hosil bo‘lgan C shaklning yuzini toping.</vt:lpstr>
      <vt:lpstr>Презентация PowerPoint</vt:lpstr>
      <vt:lpstr>Uyga vazifa: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 Windows</cp:lastModifiedBy>
  <cp:revision>25</cp:revision>
  <dcterms:created xsi:type="dcterms:W3CDTF">2026-02-07T05:27:24Z</dcterms:created>
  <dcterms:modified xsi:type="dcterms:W3CDTF">2026-03-16T11:18:53Z</dcterms:modified>
</cp:coreProperties>
</file>