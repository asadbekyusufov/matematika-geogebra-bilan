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8136DEEF-963C-4E3E-8DFD-B97083F22C7B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F934E63C-70B5-4E97-8F14-B47F7E937880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8136DEEF-963C-4E3E-8DFD-B97083F22C7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slow">
    <p:push dir="u"/>
  </p:transition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11560" y="2996952"/>
            <a:ext cx="8208912" cy="1872208"/>
          </a:xfrm>
        </p:spPr>
        <p:txBody>
          <a:bodyPr>
            <a:noAutofit/>
          </a:bodyPr>
          <a:lstStyle/>
          <a:p>
            <a:pPr algn="l"/>
            <a:r>
              <a:rPr lang="en-US" sz="4800" b="1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sz="48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en-US" sz="48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Uchburchakning</a:t>
            </a:r>
            <a:r>
              <a:rPr lang="en-US" sz="48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48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yuzini</a:t>
            </a:r>
            <a:r>
              <a:rPr lang="en-US" sz="48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48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topish</a:t>
            </a:r>
            <a:endParaRPr lang="en-US" sz="4800" b="1" dirty="0">
              <a:solidFill>
                <a:srgbClr val="00B050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692697"/>
            <a:ext cx="7772400" cy="2016223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Fan: </a:t>
            </a:r>
            <a:r>
              <a:rPr lang="en-US" b="1" dirty="0" err="1" smtClean="0">
                <a:solidFill>
                  <a:srgbClr val="7030A0"/>
                </a:solidFill>
                <a:latin typeface="Algerian" pitchFamily="82" charset="0"/>
              </a:rPr>
              <a:t>Matematika</a:t>
            </a: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/>
            </a:r>
            <a:b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</a:b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Sing: 5</a:t>
            </a:r>
            <a:endParaRPr lang="en-US" b="1" dirty="0">
              <a:solidFill>
                <a:srgbClr val="7030A0"/>
              </a:solidFill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4123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bg1"/>
                </a:solidFill>
                <a:latin typeface="Arial Black" pitchFamily="34" charset="0"/>
              </a:rPr>
              <a:t>Uchburchakning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Black" pitchFamily="34" charset="0"/>
              </a:rPr>
              <a:t>yuzini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 toping.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ru-RU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Uchburchakning</a:t>
                </a:r>
                <a:r>
                  <a:rPr lang="ru-RU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yuzi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:</a:t>
                </a:r>
                <a:endParaRPr lang="en-US" i="1" dirty="0" smtClean="0">
                  <a:solidFill>
                    <a:srgbClr val="7030A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× </a:t>
                </a:r>
                <a:r>
                  <a:rPr lang="ru-RU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asosi</a:t>
                </a:r>
                <a:r>
                  <a:rPr lang="ru-RU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× </a:t>
                </a:r>
                <a:r>
                  <a:rPr lang="ru-RU" i="1" dirty="0" err="1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balandlig</a:t>
                </a:r>
                <a:r>
                  <a:rPr lang="en-US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i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1351" t="-12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ABC </a:t>
                </a:r>
                <a:r>
                  <a:rPr lang="en-US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uchburchakning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yuzi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× 4 × 3 = 6 (cm</a:t>
                </a:r>
                <a:r>
                  <a:rPr lang="en-US" i="1" baseline="30000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Объект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 l="-1502" t="-12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852936"/>
            <a:ext cx="3456384" cy="2566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46895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bg1"/>
                </a:solidFill>
                <a:latin typeface="Arial Black" pitchFamily="34" charset="0"/>
              </a:rPr>
              <a:t>Uchburchakning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Black" pitchFamily="34" charset="0"/>
              </a:rPr>
              <a:t>yuzini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 toping.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DEF </a:t>
                </a:r>
                <a:r>
                  <a:rPr lang="en-US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uchburchakning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i="1" dirty="0" err="1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yuzi</a:t>
                </a:r>
                <a:endParaRPr lang="en-US" i="1" dirty="0" smtClean="0">
                  <a:solidFill>
                    <a:srgbClr val="7030A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solidFill>
                    <a:srgbClr val="7030A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× 10 × 6 = 30 (cm</a:t>
                </a:r>
                <a:r>
                  <a:rPr lang="en-US" i="1" baseline="30000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Объект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 l="-1502" t="-12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1558526"/>
            <a:ext cx="4043961" cy="2950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75630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bg1"/>
                </a:solidFill>
                <a:latin typeface="Arial Black" pitchFamily="34" charset="0"/>
              </a:rPr>
              <a:t>Uchburchakning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Black" pitchFamily="34" charset="0"/>
              </a:rPr>
              <a:t>yuzini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 toping.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909592"/>
          </a:xfrm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ru-RU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JKL </a:t>
                </a:r>
                <a:r>
                  <a:rPr lang="ru-RU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uchburchakning</a:t>
                </a:r>
                <a:r>
                  <a:rPr lang="ru-RU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yuzi</a:t>
                </a:r>
                <a:r>
                  <a:rPr lang="ru-RU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× 7 × 16 = 56 (cm</a:t>
                </a:r>
                <a:r>
                  <a:rPr lang="ru-RU" i="1" baseline="30000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ru-RU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)</a:t>
                </a:r>
                <a:endParaRPr lang="en-US" i="1" dirty="0">
                  <a:solidFill>
                    <a:srgbClr val="7030A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solidFill>
                    <a:srgbClr val="7030A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solidFill>
                    <a:srgbClr val="7030A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solidFill>
                    <a:srgbClr val="7030A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ru-RU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PQR </a:t>
                </a:r>
                <a:r>
                  <a:rPr lang="ru-RU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uchburchakning</a:t>
                </a:r>
                <a:r>
                  <a:rPr lang="ru-RU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yuzi</a:t>
                </a:r>
                <a:r>
                  <a:rPr lang="ru-RU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× 24 × 10= 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120</a:t>
                </a:r>
                <a:r>
                  <a:rPr lang="ru-RU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(cm</a:t>
                </a:r>
                <a:r>
                  <a:rPr lang="ru-RU" i="1" baseline="30000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ru-RU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)</a:t>
                </a:r>
                <a:endParaRPr lang="en-US" i="1" dirty="0">
                  <a:solidFill>
                    <a:srgbClr val="7030A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i="1" dirty="0">
                  <a:solidFill>
                    <a:srgbClr val="7030A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Объект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 l="-1502" t="-1200" r="-16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3609975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40739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AKT </a:t>
            </a:r>
            <a:r>
              <a:rPr lang="en-US" dirty="0" err="1">
                <a:solidFill>
                  <a:schemeClr val="bg1"/>
                </a:solidFill>
                <a:latin typeface="Arial Black" pitchFamily="34" charset="0"/>
              </a:rPr>
              <a:t>mashqi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Quyidagilarni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aniqlash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dasturidan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foydalaning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Asosi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ham,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balandligi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ham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teng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bo‘lgan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uchburchaklarning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teng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bo‘ladimi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645023"/>
            <a:ext cx="7344816" cy="2783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28505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AKT </a:t>
            </a:r>
            <a:r>
              <a:rPr lang="en-US" dirty="0" err="1">
                <a:solidFill>
                  <a:schemeClr val="bg1"/>
                </a:solidFill>
                <a:latin typeface="Arial Black" pitchFamily="34" charset="0"/>
              </a:rPr>
              <a:t>mashqi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Quyidagilarni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aniqlash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dasturidan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foydalaning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balandligi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ortsa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uning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qanday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o‘zgaradi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?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628800"/>
            <a:ext cx="4043031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9519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2124472"/>
          </a:xfrm>
        </p:spPr>
        <p:txBody>
          <a:bodyPr>
            <a:noAutofit/>
          </a:bodyPr>
          <a:lstStyle/>
          <a:p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Guruh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bo‘lib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ishlang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. </a:t>
            </a:r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Sinf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xonasidan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yuzi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 20 cm</a:t>
            </a:r>
            <a:r>
              <a:rPr lang="en-US" sz="3600" baseline="30000" dirty="0">
                <a:solidFill>
                  <a:schemeClr val="bg1"/>
                </a:solidFill>
                <a:latin typeface="Arial Black" pitchFamily="34" charset="0"/>
              </a:rPr>
              <a:t>2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ga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teng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bo‘lgan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uchta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turli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Arial Black" pitchFamily="34" charset="0"/>
              </a:rPr>
              <a:t>uchburchak</a:t>
            </a:r>
            <a:r>
              <a:rPr lang="en-US" sz="3600" dirty="0">
                <a:solidFill>
                  <a:schemeClr val="bg1"/>
                </a:solidFill>
                <a:latin typeface="Arial Black" pitchFamily="34" charset="0"/>
              </a:rPr>
              <a:t> toping</a:t>
            </a:r>
            <a:r>
              <a:rPr lang="en-US" sz="3600" dirty="0" smtClean="0">
                <a:solidFill>
                  <a:schemeClr val="bg1"/>
                </a:solidFill>
                <a:latin typeface="Arial Black" pitchFamily="34" charset="0"/>
              </a:rPr>
              <a:t>.</a:t>
            </a:r>
            <a:endParaRPr lang="en-US" sz="36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2492896"/>
            <a:ext cx="4059936" cy="360310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20888"/>
            <a:ext cx="4059936" cy="36751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Прямоугольная выноска 4"/>
          <p:cNvSpPr/>
          <p:nvPr/>
        </p:nvSpPr>
        <p:spPr>
          <a:xfrm>
            <a:off x="682489" y="2507061"/>
            <a:ext cx="3528392" cy="2736304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Uchburchaklarning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balandligi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asosining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uzunligi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qancha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? </a:t>
            </a:r>
          </a:p>
        </p:txBody>
      </p:sp>
      <p:sp>
        <p:nvSpPr>
          <p:cNvPr id="6" name="Прямоугольная выноска 5"/>
          <p:cNvSpPr/>
          <p:nvPr/>
        </p:nvSpPr>
        <p:spPr>
          <a:xfrm>
            <a:off x="4832091" y="2492896"/>
            <a:ext cx="3672408" cy="2736304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Uchburchaklarga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mos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to‘g‘ri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to‘rtburchak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tomonlarining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uzunligi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qancha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98812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bg1"/>
                </a:solidFill>
                <a:latin typeface="Arial Black" pitchFamily="34" charset="0"/>
              </a:rPr>
              <a:t>Bo‘yalgan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Black" pitchFamily="34" charset="0"/>
              </a:rPr>
              <a:t>uchburchaklarning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Black" pitchFamily="34" charset="0"/>
              </a:rPr>
              <a:t>yuzini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 toping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8219256" cy="4572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21492"/>
            <a:ext cx="8208912" cy="457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12356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bg1"/>
                </a:solidFill>
                <a:latin typeface="Arial Black" pitchFamily="34" charset="0"/>
              </a:rPr>
              <a:t>Bo‘yalgan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Black" pitchFamily="34" charset="0"/>
              </a:rPr>
              <a:t>uchburchaklarning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Black" pitchFamily="34" charset="0"/>
              </a:rPr>
              <a:t>yuzini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 toping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8219256" cy="4572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30725"/>
            <a:ext cx="8136904" cy="4523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36035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8000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Mashq</a:t>
            </a:r>
            <a:r>
              <a:rPr lang="en-US" sz="8000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daftari</a:t>
            </a:r>
            <a:r>
              <a:rPr lang="en-US" sz="8000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121-122-betlar</a:t>
            </a:r>
            <a:endParaRPr lang="en-US" sz="8000" dirty="0">
              <a:solidFill>
                <a:srgbClr val="00B050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7030A0"/>
                </a:solidFill>
                <a:latin typeface="Algerian" pitchFamily="82" charset="0"/>
              </a:rPr>
              <a:t>Uyga</a:t>
            </a: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lgerian" pitchFamily="82" charset="0"/>
              </a:rPr>
              <a:t>vazifa</a:t>
            </a: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:</a:t>
            </a:r>
            <a:endParaRPr lang="en-US" b="1" dirty="0">
              <a:solidFill>
                <a:srgbClr val="7030A0"/>
              </a:solidFill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0355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198</Words>
  <Application>Microsoft Office PowerPoint</Application>
  <PresentationFormat>Экран (4:3)</PresentationFormat>
  <Paragraphs>32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Бумажная</vt:lpstr>
      <vt:lpstr>Fan: Matematika Sing: 5</vt:lpstr>
      <vt:lpstr>Uchburchakning yuzini toping.</vt:lpstr>
      <vt:lpstr>Uchburchakning yuzini toping.</vt:lpstr>
      <vt:lpstr>Uchburchakning yuzini toping.</vt:lpstr>
      <vt:lpstr>AKT mashqi </vt:lpstr>
      <vt:lpstr>AKT mashqi </vt:lpstr>
      <vt:lpstr>Guruh bo‘lib ishlang. Sinf xonasidan yuzi 20 cm2 ga teng bo‘lgan uchta turli uchburchak toping.</vt:lpstr>
      <vt:lpstr>Bo‘yalgan uchburchaklarning yuzini toping</vt:lpstr>
      <vt:lpstr>Bo‘yalgan uchburchaklarning yuzini toping</vt:lpstr>
      <vt:lpstr>Uyga vazifa: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 Windows</cp:lastModifiedBy>
  <cp:revision>16</cp:revision>
  <dcterms:created xsi:type="dcterms:W3CDTF">2026-02-07T05:27:24Z</dcterms:created>
  <dcterms:modified xsi:type="dcterms:W3CDTF">2026-03-01T09:35:15Z</dcterms:modified>
</cp:coreProperties>
</file>