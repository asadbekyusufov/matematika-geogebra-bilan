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63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996952"/>
            <a:ext cx="8208912" cy="2641848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Uchburchakning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asosi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balandligi</a:t>
            </a:r>
            <a:endParaRPr lang="en-US" sz="54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Uchburchak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balandligi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asosini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aniqlash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bo'yicha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mashqlar</a:t>
            </a:r>
            <a:r>
              <a:rPr lang="en-US" sz="32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</a:p>
          <a:p>
            <a:endParaRPr lang="en-US" sz="2800" dirty="0" smtClean="0">
              <a:solidFill>
                <a:srgbClr val="7030A0"/>
              </a:solidFill>
            </a:endParaRP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Bajarish</a:t>
            </a:r>
            <a:r>
              <a:rPr lang="en-US" sz="4400" b="1" dirty="0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va</a:t>
            </a:r>
            <a:r>
              <a:rPr lang="en-US" sz="4400" b="1" dirty="0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o'rganish</a:t>
            </a:r>
            <a:endParaRPr lang="ru-RU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80928"/>
            <a:ext cx="5256584" cy="3027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asosga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ko‘ra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balandligini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Arial Black" pitchFamily="34" charset="0"/>
              </a:rPr>
              <a:t>aniqlang</a:t>
            </a:r>
            <a:endParaRPr lang="en-US" sz="32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91264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291825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asosga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ko‘ra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balandligini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aniqlang</a:t>
            </a:r>
            <a:endParaRPr lang="en-US" sz="32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147248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184971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balandlikka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ko‘ra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asosini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Arial Black" pitchFamily="34" charset="0"/>
              </a:rPr>
              <a:t>aniqlang</a:t>
            </a:r>
            <a:endParaRPr lang="en-US" sz="3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19256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484784"/>
            <a:ext cx="8343649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balandlikka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ko‘ra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asosini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aniqlang</a:t>
            </a:r>
            <a:endParaRPr lang="en-US" sz="3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363272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556792"/>
            <a:ext cx="8280921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Arial Black" pitchFamily="34" charset="0"/>
              </a:rPr>
              <a:t>O‘zingizni</a:t>
            </a:r>
            <a:r>
              <a:rPr lang="en-US" sz="48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</a:rPr>
              <a:t>tekshiring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</a:rPr>
              <a:t>:</a:t>
            </a:r>
            <a:endParaRPr lang="en-US" sz="4800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556792"/>
            <a:ext cx="7551665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6360"/>
          </a:xfrm>
        </p:spPr>
        <p:txBody>
          <a:bodyPr>
            <a:noAutofit/>
          </a:bodyPr>
          <a:lstStyle/>
          <a:p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Bu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tushunchalar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arxitektura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,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muhandislik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boshqa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fanlarda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keng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qo'llaniladi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Masalan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,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binolarning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barqarorligini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hisoblashda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Uchburchak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shakllari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ko'pincha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mustahkamlikni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ta'minlash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uchun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ishlatiladi</a:t>
            </a:r>
            <a:r>
              <a:rPr lang="en-US" sz="20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en-US" sz="20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7776864" cy="4851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118-bet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78</Words>
  <Application>Microsoft Office PowerPoint</Application>
  <PresentationFormat>Экран (4:3)</PresentationFormat>
  <Paragraphs>12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Бумажная</vt:lpstr>
      <vt:lpstr>Fan: Matematika Sing: 5</vt:lpstr>
      <vt:lpstr>Bajarish va o'rganish</vt:lpstr>
      <vt:lpstr>Berilgan asosga ko‘ra uchburchakning balandligini aniqlang</vt:lpstr>
      <vt:lpstr>Berilgan asosga ko‘ra uchburchakning balandligini aniqlang</vt:lpstr>
      <vt:lpstr>Berilgan balandlikka ko‘ra uchburchakning asosini aniqlang</vt:lpstr>
      <vt:lpstr>Berilgan balandlikka ko‘ra uchburchakning asosini aniqlang</vt:lpstr>
      <vt:lpstr>O‘zingizni tekshiring:</vt:lpstr>
      <vt:lpstr>Bu tushunchalar arxitektura, muhandislik va boshqa fanlarda keng qo'llaniladi. Masalan, binolarning barqarorligini hisoblashda. Uchburchak shakllari ko'pincha mustahkamlikni ta'minlash uchun ishlatiladi.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14</cp:revision>
  <dcterms:created xsi:type="dcterms:W3CDTF">2026-02-07T05:27:24Z</dcterms:created>
  <dcterms:modified xsi:type="dcterms:W3CDTF">2026-03-01T09:34:42Z</dcterms:modified>
</cp:coreProperties>
</file>